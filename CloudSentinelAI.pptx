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64" y="3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257800" y="164592"/>
            <a:ext cx="6931152" cy="50292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212080" y="1828800"/>
            <a:ext cx="91440" cy="2926080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384048"/>
            <a:ext cx="1005840" cy="347472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402336"/>
            <a:ext cx="877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PS-053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438912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3562B"/>
                </a:solidFill>
                <a:latin typeface="Poppins"/>
              </a:rPr>
              <a:t>AI-POWERED  .  MULTI-CLOUD  .  RISK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Poppins"/>
              </a:rPr>
              <a:t>Cloud</a:t>
            </a:r>
          </a:p>
          <a:p>
            <a:pPr algn="l"/>
            <a:r>
              <a:rPr sz="5200" b="1">
                <a:solidFill>
                  <a:srgbClr val="E3562B"/>
                </a:solidFill>
                <a:latin typeface="Poppins"/>
              </a:rPr>
              <a:t>Sentinel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632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F0E8CC"/>
                </a:solidFill>
                <a:latin typeface="Poppins"/>
              </a:rPr>
              <a:t>AI-Powered Multi-Cloud Engineering
Risk Intelligence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041648"/>
            <a:ext cx="4572000" cy="41148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4160520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3562B"/>
                </a:solidFill>
                <a:latin typeface="Poppins"/>
              </a:rPr>
              <a:t>MENTOR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16052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Poppins"/>
              </a:rPr>
              <a:t>MD </a:t>
            </a:r>
            <a:r>
              <a:rPr sz="1200" b="1" i="0" dirty="0" err="1">
                <a:solidFill>
                  <a:srgbClr val="FFFFFF"/>
                </a:solidFill>
                <a:latin typeface="Poppins"/>
              </a:rPr>
              <a:t>Shaifu</a:t>
            </a:r>
            <a:r>
              <a:rPr sz="1200" b="1" i="0" dirty="0">
                <a:solidFill>
                  <a:srgbClr val="FFFFFF"/>
                </a:solidFill>
                <a:latin typeface="Poppins"/>
              </a:rPr>
              <a:t> Zama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98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oppins"/>
              </a:rPr>
              <a:t>Team CloudSentinel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93776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Bogavalli Akash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221224"/>
            <a:ext cx="24871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Poppins"/>
              </a:rPr>
              <a:t>23P31A0507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937760"/>
            <a:ext cx="24871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 err="1">
                <a:solidFill>
                  <a:srgbClr val="FFFFFF"/>
                </a:solidFill>
                <a:latin typeface="Poppins"/>
              </a:rPr>
              <a:t>Bikkavolu</a:t>
            </a:r>
            <a:r>
              <a:rPr sz="1000" b="1" i="0" dirty="0">
                <a:solidFill>
                  <a:srgbClr val="FFFFFF"/>
                </a:solidFill>
                <a:latin typeface="Poppins"/>
              </a:rPr>
              <a:t> S</a:t>
            </a:r>
            <a:r>
              <a:rPr lang="en-US" sz="1000" b="1" i="0" dirty="0">
                <a:solidFill>
                  <a:srgbClr val="FFFFFF"/>
                </a:solidFill>
                <a:latin typeface="Poppins"/>
              </a:rPr>
              <a:t>. </a:t>
            </a:r>
            <a:r>
              <a:rPr lang="en-US" sz="1000" b="1" dirty="0">
                <a:solidFill>
                  <a:srgbClr val="FFFFFF"/>
                </a:solidFill>
                <a:latin typeface="Poppins"/>
              </a:rPr>
              <a:t>S. V Ayyan</a:t>
            </a:r>
            <a:endParaRPr sz="1000" b="1" i="0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26080" y="5221224"/>
            <a:ext cx="24871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Poppins"/>
              </a:rPr>
              <a:t>23P31A0506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48640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Kantipudi Vivek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769864"/>
            <a:ext cx="24871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Poppins"/>
              </a:rPr>
              <a:t>23P31A0524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48640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Janapareddy Dyns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769864"/>
            <a:ext cx="24871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Poppins"/>
              </a:rPr>
              <a:t>23P31A0537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03504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Muramalla Ambica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18504"/>
            <a:ext cx="24871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Poppins"/>
              </a:rPr>
              <a:t>23P31A0540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603504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Sayyad Sameer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318504"/>
            <a:ext cx="24871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Poppins"/>
              </a:rPr>
              <a:t>23P31A0552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8968" y="841248"/>
            <a:ext cx="6611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3562B"/>
                </a:solidFill>
                <a:latin typeface="Poppins"/>
              </a:rPr>
              <a:t>INTELLIGENCE MODULES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67528" y="1188720"/>
            <a:ext cx="6611112" cy="96012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67528" y="1188720"/>
            <a:ext cx="64008" cy="96012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58968" y="1280160"/>
            <a:ext cx="6519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D3639"/>
                </a:solidFill>
                <a:latin typeface="Poppins"/>
              </a:rPr>
              <a:t>Cloud 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1664208"/>
            <a:ext cx="6519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F7F7F"/>
                </a:solidFill>
                <a:latin typeface="Poppins"/>
              </a:rPr>
              <a:t>AWS/GCP configs, IAM, encryption, open ports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67528" y="2203704"/>
            <a:ext cx="6611112" cy="96012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367528" y="2203704"/>
            <a:ext cx="64008" cy="96012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58968" y="2295144"/>
            <a:ext cx="6519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D3639"/>
                </a:solidFill>
                <a:latin typeface="Poppins"/>
              </a:rPr>
              <a:t>DevOps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8968" y="2679192"/>
            <a:ext cx="6519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F7F7F"/>
                </a:solidFill>
                <a:latin typeface="Poppins"/>
              </a:rPr>
              <a:t>CI/CD pipelines, env vars, rollback stability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67528" y="3218688"/>
            <a:ext cx="6611112" cy="96012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367528" y="3218688"/>
            <a:ext cx="64008" cy="96012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58968" y="3310128"/>
            <a:ext cx="6519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D3639"/>
                </a:solidFill>
                <a:latin typeface="Poppins"/>
              </a:rPr>
              <a:t>Full-Stack APIs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8968" y="3694176"/>
            <a:ext cx="6519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F7F7F"/>
                </a:solidFill>
                <a:latin typeface="Poppins"/>
              </a:rPr>
              <a:t>Exposed endpoints, auth gaps, latency issues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67528" y="4233672"/>
            <a:ext cx="6611112" cy="96012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367528" y="4233672"/>
            <a:ext cx="64008" cy="96012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58968" y="4325112"/>
            <a:ext cx="6519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D3639"/>
                </a:solidFill>
                <a:latin typeface="Poppins"/>
              </a:rPr>
              <a:t>Data Engineering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58968" y="4709160"/>
            <a:ext cx="6519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F7F7F"/>
                </a:solidFill>
                <a:latin typeface="Poppins"/>
              </a:rPr>
              <a:t>Public datasets, unencrypted storage, failures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67528" y="5248656"/>
            <a:ext cx="6611112" cy="96012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67528" y="5248656"/>
            <a:ext cx="64008" cy="96012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58968" y="5340096"/>
            <a:ext cx="6519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D3639"/>
                </a:solidFill>
                <a:latin typeface="Poppins"/>
              </a:rPr>
              <a:t>Mobile Backend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58968" y="5724144"/>
            <a:ext cx="6519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F7F7F"/>
                </a:solidFill>
                <a:latin typeface="Poppins"/>
              </a:rPr>
              <a:t>Unstable services, high latency, auth misconfig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58968" y="6473952"/>
            <a:ext cx="6611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Poppins"/>
              </a:rPr>
              <a:t>PROJECT SPACE  .  SEASON 8  .  AIVERSION DEPLOY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83112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Poppins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0292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D3639"/>
                </a:solidFill>
                <a:latin typeface="Poppins"/>
              </a:rPr>
              <a:t>Problem Statement &amp; Solution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577840" cy="5504688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77840" cy="457200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5248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72768"/>
            <a:ext cx="524865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</a:pPr>
            <a:r>
              <a:rPr sz="1350" b="0">
                <a:solidFill>
                  <a:srgbClr val="F0E8CC"/>
                </a:solidFill>
                <a:latin typeface="Poppins"/>
              </a:rPr>
              <a:t>  Multi-cloud (AWS + GCP) creates infrastructure blind spots</a:t>
            </a:r>
          </a:p>
          <a:p>
            <a:pPr algn="l">
              <a:spcBef>
                <a:spcPts val="1600"/>
              </a:spcBef>
            </a:pPr>
            <a:r>
              <a:rPr sz="1350" b="0">
                <a:solidFill>
                  <a:srgbClr val="F0E8CC"/>
                </a:solidFill>
                <a:latin typeface="Poppins"/>
              </a:rPr>
              <a:t>  Traditional tools generate alerts with no context or guidance</a:t>
            </a:r>
          </a:p>
          <a:p>
            <a:pPr algn="l">
              <a:spcBef>
                <a:spcPts val="1600"/>
              </a:spcBef>
            </a:pPr>
            <a:r>
              <a:rPr sz="1350" b="0">
                <a:solidFill>
                  <a:srgbClr val="F0E8CC"/>
                </a:solidFill>
                <a:latin typeface="Poppins"/>
              </a:rPr>
              <a:t>  Security misconfigs and exposed APIs go undetected</a:t>
            </a:r>
          </a:p>
          <a:p>
            <a:pPr algn="l">
              <a:spcBef>
                <a:spcPts val="1600"/>
              </a:spcBef>
            </a:pPr>
            <a:r>
              <a:rPr sz="1350" b="0">
                <a:solidFill>
                  <a:srgbClr val="F0E8CC"/>
                </a:solidFill>
                <a:latin typeface="Poppins"/>
              </a:rPr>
              <a:t>  Engineers lack domain-specific visibility into infra risks</a:t>
            </a:r>
          </a:p>
          <a:p>
            <a:pPr algn="l">
              <a:spcBef>
                <a:spcPts val="1600"/>
              </a:spcBef>
            </a:pPr>
            <a:r>
              <a:rPr sz="1350" b="0">
                <a:solidFill>
                  <a:srgbClr val="F0E8CC"/>
                </a:solidFill>
                <a:latin typeface="Poppins"/>
              </a:rPr>
              <a:t>  No unified platform explains risks in plain 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3328" y="1005840"/>
            <a:ext cx="5577840" cy="5504688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53328" y="1005840"/>
            <a:ext cx="5577840" cy="45720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078992"/>
            <a:ext cx="5248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562B"/>
                </a:solidFill>
                <a:latin typeface="Poppins"/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72768"/>
            <a:ext cx="524865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</a:pPr>
            <a:r>
              <a:rPr sz="1350" b="0">
                <a:solidFill>
                  <a:srgbClr val="1D3639"/>
                </a:solidFill>
                <a:latin typeface="Poppins"/>
              </a:rPr>
              <a:t>  Unified portal detects risks across 5 engineering domains</a:t>
            </a:r>
          </a:p>
          <a:p>
            <a:pPr algn="l">
              <a:spcBef>
                <a:spcPts val="1600"/>
              </a:spcBef>
            </a:pPr>
            <a:r>
              <a:rPr sz="1350" b="0">
                <a:solidFill>
                  <a:srgbClr val="1D3639"/>
                </a:solidFill>
                <a:latin typeface="Poppins"/>
              </a:rPr>
              <a:t>  Multi-cloud layer connects AWS &amp; GCP environments</a:t>
            </a:r>
          </a:p>
          <a:p>
            <a:pPr algn="l">
              <a:spcBef>
                <a:spcPts val="1600"/>
              </a:spcBef>
            </a:pPr>
            <a:r>
              <a:rPr sz="1350" b="0">
                <a:solidFill>
                  <a:srgbClr val="1D3639"/>
                </a:solidFill>
                <a:latin typeface="Poppins"/>
              </a:rPr>
              <a:t>  Domain-specific Risk Engines analyse configs &amp; metrics</a:t>
            </a:r>
          </a:p>
          <a:p>
            <a:pPr algn="l">
              <a:spcBef>
                <a:spcPts val="1600"/>
              </a:spcBef>
            </a:pPr>
            <a:r>
              <a:rPr sz="1350" b="0">
                <a:solidFill>
                  <a:srgbClr val="1D3639"/>
                </a:solidFill>
                <a:latin typeface="Poppins"/>
              </a:rPr>
              <a:t>  Amazon Bedrock generates explanations &amp; remediation steps</a:t>
            </a:r>
          </a:p>
          <a:p>
            <a:pPr algn="l">
              <a:spcBef>
                <a:spcPts val="1600"/>
              </a:spcBef>
            </a:pPr>
            <a:r>
              <a:rPr sz="1350" b="0">
                <a:solidFill>
                  <a:srgbClr val="1D3639"/>
                </a:solidFill>
                <a:latin typeface="Poppins"/>
              </a:rPr>
              <a:t>  AI Chatbot enables interactive troubleshooting in real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2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Poppins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0292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D3639"/>
                </a:solidFill>
                <a:latin typeface="Poppins"/>
              </a:rPr>
              <a:t>Key Features &amp; Risk Intelligence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2218334" cy="233172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88915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Cloud Infra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54480"/>
            <a:ext cx="188915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8CC"/>
                </a:solidFill>
                <a:latin typeface="Poppins"/>
              </a:rPr>
              <a:t>Open ports, public buckets,
weak IAM, missing encryption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675534" y="1005840"/>
            <a:ext cx="2218334" cy="2331720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40126" y="1115568"/>
            <a:ext cx="188915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DevOps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0126" y="1554480"/>
            <a:ext cx="188915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8CC"/>
                </a:solidFill>
                <a:latin typeface="Poppins"/>
              </a:rPr>
              <a:t>Insecure env vars, missing
rollback, unstable pipelines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5308" y="1005840"/>
            <a:ext cx="2218334" cy="233172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49900" y="1115568"/>
            <a:ext cx="188915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Full-Stack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9900" y="1554480"/>
            <a:ext cx="188915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8CC"/>
                </a:solidFill>
                <a:latin typeface="Poppins"/>
              </a:rPr>
              <a:t>Exposed APIs, missing auth,
high latency, rate limiting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5083" y="1005840"/>
            <a:ext cx="2218334" cy="2331720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59675" y="1115568"/>
            <a:ext cx="188915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Data Eng.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9675" y="1554480"/>
            <a:ext cx="188915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8CC"/>
                </a:solidFill>
                <a:latin typeface="Poppins"/>
              </a:rPr>
              <a:t>Public datasets, unencrypted
storage, pipeline failures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4857" y="1005840"/>
            <a:ext cx="2218334" cy="233172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69449" y="1115568"/>
            <a:ext cx="188915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Mobile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9449" y="1554480"/>
            <a:ext cx="188915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8CC"/>
                </a:solidFill>
                <a:latin typeface="Poppins"/>
              </a:rPr>
              <a:t>Unstable backend, high
latency, auth misconfig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5021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562B"/>
                </a:solidFill>
                <a:latin typeface="Poppins"/>
              </a:rPr>
              <a:t>Risk Intelligence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41064"/>
            <a:ext cx="1783080" cy="46634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58568" y="3941064"/>
            <a:ext cx="4507992" cy="466344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995928"/>
            <a:ext cx="1673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Risk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0008" y="3995928"/>
            <a:ext cx="4398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3639"/>
                </a:solidFill>
                <a:latin typeface="Poppins"/>
              </a:rPr>
              <a:t>Detected vulnerability or misconfiguration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43984"/>
            <a:ext cx="1783080" cy="46634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258568" y="4443984"/>
            <a:ext cx="4507992" cy="466344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498848"/>
            <a:ext cx="1673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Risk Reason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0008" y="4498848"/>
            <a:ext cx="4398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3639"/>
                </a:solidFill>
                <a:latin typeface="Poppins"/>
              </a:rPr>
              <a:t>Why the risk exists in the environment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946904"/>
            <a:ext cx="1783080" cy="46634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258568" y="4946904"/>
            <a:ext cx="4507992" cy="466344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001768"/>
            <a:ext cx="1673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Risk Priority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50008" y="5001768"/>
            <a:ext cx="4398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3639"/>
                </a:solidFill>
                <a:latin typeface="Poppins"/>
              </a:rPr>
              <a:t>High / Medium / Low severity classification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449824"/>
            <a:ext cx="1783080" cy="46634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258568" y="5449824"/>
            <a:ext cx="4507992" cy="466344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504688"/>
            <a:ext cx="1673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Remediation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50008" y="5504688"/>
            <a:ext cx="4398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3639"/>
                </a:solidFill>
                <a:latin typeface="Poppins"/>
              </a:rPr>
              <a:t>Step-by-step actions to resolve the issue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952744"/>
            <a:ext cx="1783080" cy="46634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258568" y="5952744"/>
            <a:ext cx="4507992" cy="466344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6007608"/>
            <a:ext cx="1673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Alternatives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50008" y="6007608"/>
            <a:ext cx="4398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3639"/>
                </a:solidFill>
                <a:latin typeface="Poppins"/>
              </a:rPr>
              <a:t>Secure configuration alternatives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3502152"/>
            <a:ext cx="4946904" cy="297180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40880" y="3593592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3562B"/>
                </a:solidFill>
                <a:latin typeface="Poppins"/>
              </a:rPr>
              <a:t>Risk Prioritization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050792"/>
            <a:ext cx="4617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562B"/>
                </a:solidFill>
                <a:latin typeface="Poppins"/>
              </a:rPr>
              <a:t>HIGH   — Immediate action required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507992"/>
            <a:ext cx="4617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07A"/>
                </a:solidFill>
                <a:latin typeface="Poppins"/>
              </a:rPr>
              <a:t>MEDIUM — Address in next sprint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965192"/>
            <a:ext cx="4617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D5A2"/>
                </a:solidFill>
                <a:latin typeface="Poppins"/>
              </a:rPr>
              <a:t>LOW    — Minimal impact; recommended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0" y="5468112"/>
            <a:ext cx="4617720" cy="27432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40880" y="5586984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100" b="0">
                <a:solidFill>
                  <a:srgbClr val="7F7F7F"/>
                </a:solidFill>
                <a:latin typeface="Poppins"/>
              </a:rPr>
              <a:t>Evaluated by: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7F7F7F"/>
                </a:solidFill>
                <a:latin typeface="Poppins"/>
              </a:rPr>
              <a:t>Exposure Level  |  Impact Severity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7F7F7F"/>
                </a:solidFill>
                <a:latin typeface="Poppins"/>
              </a:rPr>
              <a:t>Likelihood of Exploitation  |  Resource Sensitivity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83112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Poppins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0292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D3639"/>
                </a:solidFill>
                <a:latin typeface="Poppins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673852" cy="1277874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64008" cy="127787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5399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Cloud Platforms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17904"/>
            <a:ext cx="5399532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Poppins"/>
              </a:rPr>
              <a:t>Amazon Web Services (AWS)
Google Cloud Platform (GCP)  |  Future: Azure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9340" y="1005840"/>
            <a:ext cx="5673852" cy="1277874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49340" y="1005840"/>
            <a:ext cx="64008" cy="127787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2220" y="1115568"/>
            <a:ext cx="5399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3639"/>
                </a:solidFill>
                <a:latin typeface="Poppins"/>
              </a:rPr>
              <a:t>Artificial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2220" y="1517904"/>
            <a:ext cx="5399532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Poppins"/>
              </a:rPr>
              <a:t>Amazon Bedrock — AI explanations &amp; chatbot
Amazon Comprehend — NLP &amp; risk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93442"/>
            <a:ext cx="5673852" cy="1277874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393442"/>
            <a:ext cx="64008" cy="127787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503170"/>
            <a:ext cx="5399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Frontend &amp; Hosting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05506"/>
            <a:ext cx="5399532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Poppins"/>
              </a:rPr>
              <a:t>AWS Amplify — CloudSentinel web portal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9340" y="2393442"/>
            <a:ext cx="5673852" cy="1277874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49340" y="2393442"/>
            <a:ext cx="64008" cy="127787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2220" y="2503170"/>
            <a:ext cx="5399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3639"/>
                </a:solidFill>
                <a:latin typeface="Poppins"/>
              </a:rPr>
              <a:t>Auth &amp; API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2220" y="2905506"/>
            <a:ext cx="5399532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Poppins"/>
              </a:rPr>
              <a:t>Amazon Cognito — user identity management
Amazon API Gateway — frontend ↔ backend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81044"/>
            <a:ext cx="5673852" cy="1277874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781044"/>
            <a:ext cx="64008" cy="127787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890772"/>
            <a:ext cx="5399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Compute &amp;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93108"/>
            <a:ext cx="5399532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Poppins"/>
              </a:rPr>
              <a:t>AWS Lambda — serverless risk detection
DynamoDB  |  S3 — data &amp; artifact storage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9340" y="3781044"/>
            <a:ext cx="5673852" cy="1277874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49340" y="3781044"/>
            <a:ext cx="64008" cy="127787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32220" y="3890772"/>
            <a:ext cx="5399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3639"/>
                </a:solidFill>
                <a:latin typeface="Poppins"/>
              </a:rPr>
              <a:t>Monitoring &amp; 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4293108"/>
            <a:ext cx="5399532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Poppins"/>
              </a:rPr>
              <a:t>Amazon CloudWatch — metrics &amp; logs
Amazon EventBridge — event routing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168646"/>
            <a:ext cx="5673852" cy="1277874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5168646"/>
            <a:ext cx="64008" cy="127787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5278374"/>
            <a:ext cx="5399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IAM &amp; Infrastructure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80710"/>
            <a:ext cx="5399532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Poppins"/>
              </a:rPr>
              <a:t>AWS STS  |  AWS IAM  |  AWS Config
AWS CloudFormation — scanning roles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49340" y="5168646"/>
            <a:ext cx="5673852" cy="1277874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49340" y="5168646"/>
            <a:ext cx="64008" cy="127787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32220" y="5278374"/>
            <a:ext cx="5399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3639"/>
                </a:solidFill>
                <a:latin typeface="Poppins"/>
              </a:rPr>
              <a:t>DevOps &amp; CI/CD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2220" y="5680710"/>
            <a:ext cx="5399532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Poppins"/>
              </a:rPr>
              <a:t>GitHub Actions — build, test &amp; deploy
Python — backend &amp; risk engine language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3112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Poppins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0292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D3639"/>
                </a:solidFill>
                <a:latin typeface="Poppins"/>
              </a:rPr>
              <a:t>Workflow  .  Team  .  Learnings  .  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833372" cy="1389888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" y="10789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3562B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517904"/>
            <a:ext cx="1668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oppins"/>
              </a:rPr>
              <a:t>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874520"/>
            <a:ext cx="16687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CC"/>
                </a:solidFill>
                <a:latin typeface="Poppins"/>
              </a:rPr>
              <a:t>Cognito auth</a:t>
            </a:r>
          </a:p>
        </p:txBody>
      </p:sp>
      <p:sp>
        <p:nvSpPr>
          <p:cNvPr id="8" name="Rectangle 7"/>
          <p:cNvSpPr/>
          <p:nvPr/>
        </p:nvSpPr>
        <p:spPr>
          <a:xfrm>
            <a:off x="2290572" y="1005840"/>
            <a:ext cx="1833372" cy="1389888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00300" y="10789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0300" y="1517904"/>
            <a:ext cx="1668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oppins"/>
              </a:rPr>
              <a:t>Select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0300" y="1874520"/>
            <a:ext cx="16687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Poppins"/>
              </a:rPr>
              <a:t>Choose 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5384" y="1005840"/>
            <a:ext cx="1833372" cy="1389888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5112" y="10789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3562B"/>
                </a:solidFill>
                <a:latin typeface="Poppi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1517904"/>
            <a:ext cx="1668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oppins"/>
              </a:rPr>
              <a:t>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1874520"/>
            <a:ext cx="16687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CC"/>
                </a:solidFill>
                <a:latin typeface="Poppins"/>
              </a:rPr>
              <a:t>AWS/GCP scan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0196" y="1005840"/>
            <a:ext cx="1833372" cy="1389888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9924" y="10789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9924" y="1517904"/>
            <a:ext cx="1668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oppins"/>
              </a:rPr>
              <a:t>Detect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9924" y="1874520"/>
            <a:ext cx="16687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Poppins"/>
              </a:rPr>
              <a:t>Risk engines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1005840"/>
            <a:ext cx="1833372" cy="1389888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10789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3562B"/>
                </a:solidFill>
                <a:latin typeface="Poppin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1517904"/>
            <a:ext cx="1668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oppins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1874520"/>
            <a:ext cx="16687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CC"/>
                </a:solidFill>
                <a:latin typeface="Poppins"/>
              </a:rPr>
              <a:t>Bedrock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89820" y="1005840"/>
            <a:ext cx="1833372" cy="1389888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99548" y="10789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99548" y="1517904"/>
            <a:ext cx="1668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oppins"/>
              </a:rPr>
              <a:t>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99548" y="1874520"/>
            <a:ext cx="16687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Poppins"/>
              </a:rPr>
              <a:t>AI assistant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23744"/>
            <a:ext cx="11457432" cy="36576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2615184"/>
            <a:ext cx="1833372" cy="82296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2615184"/>
            <a:ext cx="54864" cy="82296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3776" y="2706624"/>
            <a:ext cx="16504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3639"/>
                </a:solidFill>
                <a:latin typeface="Poppins"/>
              </a:rPr>
              <a:t>Bogavalli Akash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" y="3072384"/>
            <a:ext cx="16504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Poppins"/>
              </a:rPr>
              <a:t>23P31A0507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90572" y="2615184"/>
            <a:ext cx="1833372" cy="82296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290572" y="2615184"/>
            <a:ext cx="54864" cy="82296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418588" y="2706624"/>
            <a:ext cx="1650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1D3639"/>
                </a:solidFill>
                <a:latin typeface="Poppins"/>
              </a:rPr>
              <a:t>B</a:t>
            </a:r>
            <a:r>
              <a:rPr lang="en-US" sz="1050" b="1" i="0" dirty="0">
                <a:solidFill>
                  <a:srgbClr val="1D3639"/>
                </a:solidFill>
                <a:latin typeface="Poppins"/>
              </a:rPr>
              <a:t>.</a:t>
            </a:r>
            <a:r>
              <a:rPr sz="1050" b="1" i="0" dirty="0">
                <a:solidFill>
                  <a:srgbClr val="1D3639"/>
                </a:solidFill>
                <a:latin typeface="Poppins"/>
              </a:rPr>
              <a:t> S</a:t>
            </a:r>
            <a:r>
              <a:rPr lang="en-US" sz="1050" b="1" i="0" dirty="0">
                <a:solidFill>
                  <a:srgbClr val="1D3639"/>
                </a:solidFill>
                <a:latin typeface="Poppins"/>
              </a:rPr>
              <a:t>. S. V Ayyan</a:t>
            </a:r>
            <a:endParaRPr sz="1050" b="1" i="0" dirty="0">
              <a:solidFill>
                <a:srgbClr val="1D3639"/>
              </a:solidFill>
              <a:latin typeface="Poppin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18588" y="3072384"/>
            <a:ext cx="16504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Poppins"/>
              </a:rPr>
              <a:t>23P31A0506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15384" y="2615184"/>
            <a:ext cx="1833372" cy="82296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215384" y="2615184"/>
            <a:ext cx="54864" cy="82296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43400" y="2706624"/>
            <a:ext cx="16504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3639"/>
                </a:solidFill>
                <a:latin typeface="Poppins"/>
              </a:rPr>
              <a:t>Kantipudi Vivek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3072384"/>
            <a:ext cx="16504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Poppins"/>
              </a:rPr>
              <a:t>23P31A0524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40196" y="2615184"/>
            <a:ext cx="1833372" cy="82296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40196" y="2615184"/>
            <a:ext cx="54864" cy="82296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68212" y="2706624"/>
            <a:ext cx="16504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3639"/>
                </a:solidFill>
                <a:latin typeface="Poppins"/>
              </a:rPr>
              <a:t>Janapareddy Dyns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8212" y="3072384"/>
            <a:ext cx="16504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Poppins"/>
              </a:rPr>
              <a:t>23P31A0537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65008" y="2615184"/>
            <a:ext cx="1833372" cy="82296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065008" y="2615184"/>
            <a:ext cx="54864" cy="82296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93024" y="2706624"/>
            <a:ext cx="16504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3639"/>
                </a:solidFill>
                <a:latin typeface="Poppins"/>
              </a:rPr>
              <a:t>Muramalla Ambica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3072384"/>
            <a:ext cx="16504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Poppins"/>
              </a:rPr>
              <a:t>23P31A0540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89820" y="2615184"/>
            <a:ext cx="1833372" cy="82296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989820" y="2615184"/>
            <a:ext cx="54864" cy="82296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117836" y="2706624"/>
            <a:ext cx="16504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3639"/>
                </a:solidFill>
                <a:latin typeface="Poppins"/>
              </a:rPr>
              <a:t>Sayyad Sameer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17836" y="3072384"/>
            <a:ext cx="16504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Poppins"/>
              </a:rPr>
              <a:t>23P31A0552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566160"/>
            <a:ext cx="7223760" cy="292608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65760" y="3566160"/>
            <a:ext cx="7223760" cy="411480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30352" y="3621024"/>
            <a:ext cx="6894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Key Learnings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" y="4069080"/>
            <a:ext cx="689457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150" b="0" dirty="0">
                <a:solidFill>
                  <a:srgbClr val="F0E8CC"/>
                </a:solidFill>
                <a:latin typeface="Poppins"/>
              </a:rPr>
              <a:t>  Multi-cloud integrations need robust cross-account credential management via AWS STS</a:t>
            </a:r>
          </a:p>
          <a:p>
            <a:pPr algn="l">
              <a:spcBef>
                <a:spcPts val="800"/>
              </a:spcBef>
            </a:pPr>
            <a:r>
              <a:rPr sz="1150" b="0" dirty="0">
                <a:solidFill>
                  <a:srgbClr val="F0E8CC"/>
                </a:solidFill>
                <a:latin typeface="Poppins"/>
              </a:rPr>
              <a:t>  Amazon Bedrock dramatically improves developer understanding of complex infrastructure risks</a:t>
            </a:r>
          </a:p>
          <a:p>
            <a:pPr algn="l">
              <a:spcBef>
                <a:spcPts val="800"/>
              </a:spcBef>
            </a:pPr>
            <a:r>
              <a:rPr sz="1150" b="0" dirty="0">
                <a:solidFill>
                  <a:srgbClr val="F0E8CC"/>
                </a:solidFill>
                <a:latin typeface="Poppins"/>
              </a:rPr>
              <a:t>  Domain-specific risk engines outperform generic scanners in precision and relevance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0E8CC"/>
                </a:solidFill>
                <a:latin typeface="Poppins"/>
              </a:rPr>
              <a:t>  Serverless architecture (Lambda + DynamoDB) enables scalable, cost-effective risk detection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99248" y="3566160"/>
            <a:ext cx="4123944" cy="292608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699248" y="3566160"/>
            <a:ext cx="4123944" cy="5486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863840" y="3767328"/>
            <a:ext cx="3794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3562B"/>
                </a:solidFill>
                <a:latin typeface="Poppins"/>
              </a:rPr>
              <a:t>Thank You!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4407408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Poppins"/>
              </a:rPr>
              <a:t>Team CloudSentinel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4828032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Poppins"/>
              </a:rPr>
              <a:t>Mentor: MD Shaifu Zama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47888" y="5248656"/>
            <a:ext cx="3026664" cy="36576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863840" y="5358384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F7F7F"/>
                </a:solidFill>
                <a:latin typeface="Poppins"/>
              </a:rPr>
              <a:t>Project Space  .  Season 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65760" y="6556248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F7F7F"/>
                </a:solidFill>
                <a:latin typeface="Poppins"/>
              </a:rPr>
              <a:t>900+ Trainees   .   160+ Projects   .   7 Days   .   7 Domains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83112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Poppins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629</Words>
  <Application>Microsoft Office PowerPoint</Application>
  <PresentationFormat>Custom</PresentationFormat>
  <Paragraphs>137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sameer sayyad</cp:lastModifiedBy>
  <cp:revision>2</cp:revision>
  <dcterms:created xsi:type="dcterms:W3CDTF">2013-01-27T09:14:16Z</dcterms:created>
  <dcterms:modified xsi:type="dcterms:W3CDTF">2026-05-08T06:31:17Z</dcterms:modified>
  <cp:category/>
</cp:coreProperties>
</file>